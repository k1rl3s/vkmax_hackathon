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68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1F4F8-4272-43F7-9E5B-353B3BD60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21FAAF-0072-4B03-B690-33F06D58EB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76997-66FF-415B-9FC8-450957C00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F5F9-2D04-4DC4-B6B1-774A57D0A8D4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48E56-D650-44B4-B658-E4CDCB699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92F0B-20DF-4CA1-AA42-6E91A0CB4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EDF-88DE-44E8-BE6E-BF355D1620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890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7D9D0-1F76-4923-8F92-84570E8DC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2AD29-FCDF-4090-8BB2-D349A28AD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B5133-D6DF-4D72-BCCD-02B128DA4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F5F9-2D04-4DC4-B6B1-774A57D0A8D4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A9DE3-1612-4F13-91F0-DEDFE7BFF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D43C8-A39E-4E8F-BBBD-9DA670CA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EDF-88DE-44E8-BE6E-BF355D1620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193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2C022-C46C-4801-A047-99AC6CC04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087E2-CC63-43A1-A74D-BF5D78F63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65104-91FF-4A93-A14C-FA90E4FFD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F5F9-2D04-4DC4-B6B1-774A57D0A8D4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C6F31-B6BF-4343-B181-CDB345A90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FECEF-A633-40C9-8369-DD8E5986D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EDF-88DE-44E8-BE6E-BF355D1620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7208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87A9A-2C30-44B2-BB15-0E788479C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38A65-74BC-4E6C-8934-12671FA4B5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001ACE-6BB4-468F-91EF-C9BE0D3BD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74AA54-C3DE-4A71-92F6-46F1192CA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F5F9-2D04-4DC4-B6B1-774A57D0A8D4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B3F29-5176-471B-807C-691CA0E51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8529C-8D29-4A79-8130-33733F227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EDF-88DE-44E8-BE6E-BF355D1620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269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BCA2D-F3FE-43D4-ACE9-EC2CE03FE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54547-4E97-499D-B892-9C266C9C89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7FBA39-2A9B-40D9-BE3D-B2916132E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5B6A4F-DD79-4C08-B648-B558FBB84F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BA298D-4CF0-46DE-87EA-72D9352CE5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79B9E5-701A-4104-A304-D33572479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F5F9-2D04-4DC4-B6B1-774A57D0A8D4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27B6A6-FA5C-43C3-AD8F-1691EF7CF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5F832A-6F78-49E5-ADF2-445E6B4B6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EDF-88DE-44E8-BE6E-BF355D1620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9686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B926D-C4CC-4E0C-8FE6-284F06625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CCB0F8-A474-4D56-BEAB-08F700DBF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F5F9-2D04-4DC4-B6B1-774A57D0A8D4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C6F33-BC84-491D-BE19-B33D28628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C9C960-37E8-4258-8492-DB6660E1A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EDF-88DE-44E8-BE6E-BF355D1620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7659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339463-CA62-4EFF-848B-9C573BF64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F5F9-2D04-4DC4-B6B1-774A57D0A8D4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C5BE80-15FF-446E-9EBA-608E160DF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4D720-DA80-4512-A7BA-4A56E43A2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EDF-88DE-44E8-BE6E-BF355D1620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4842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5CF52-0CA6-4C25-97CB-5F7490295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1872E-884B-4E0A-83E1-7384860A2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8686F3-7778-4400-8038-1AC3F9B30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A56EC-1B03-4AB9-9ED6-B0457BCF1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F5F9-2D04-4DC4-B6B1-774A57D0A8D4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7C6A9-9C42-491F-9DAF-9246A9B1C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CD488-BC89-40DA-8129-1C53668B7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EDF-88DE-44E8-BE6E-BF355D1620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0564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D3553-7B04-4F20-A679-FFE72F8F2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50D1B9-A694-4EA6-BA4A-843FF1A36B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F9C11-370F-4683-9CC6-CCC183C23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C89BD4-7C28-4DD4-BEA4-62E0A7208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F5F9-2D04-4DC4-B6B1-774A57D0A8D4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3BDFD6-94FB-471B-B3E2-0996E725F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571B3-CDA8-496A-9045-8DCC97E8D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EDF-88DE-44E8-BE6E-BF355D1620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8990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12B7F-6414-410D-B28D-092E8334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0F1075-EBF0-435C-95A2-1F5B542F13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3461E-A086-48E6-864D-C566D2DC3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F5F9-2D04-4DC4-B6B1-774A57D0A8D4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0F64B-A150-4C4E-AB05-8CA811996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A1502-5DB8-4737-AA66-281BC31FD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EDF-88DE-44E8-BE6E-BF355D1620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5853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372231-6D74-44EF-BBD1-3105A2E43E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9AA6F-DE4B-4E65-95EA-37538EA9C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710CB-11C1-4DBD-BD68-F1573D879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DF5F9-2D04-4DC4-B6B1-774A57D0A8D4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1FA3B-2EF4-4978-BD63-48FA26D5F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18418-140E-4868-ABD5-49286A2B3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65EDF-88DE-44E8-BE6E-BF355D1620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8273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5E4BEB-306A-4F0B-B874-C7962698C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FAA82-C3C6-468D-B107-D00175AB0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8ABE2-2BE5-4E81-8D09-A52FAD4983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DF5F9-2D04-4DC4-B6B1-774A57D0A8D4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D29A2-125D-4BB8-8D22-2C7D8496BB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88435-C944-481A-9A97-1E04F21A0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F65EDF-88DE-44E8-BE6E-BF355D1620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6510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99EB8-311A-4C83-B3F8-FE6A8792FA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2523" y="1041400"/>
            <a:ext cx="7366954" cy="2387600"/>
          </a:xfrm>
        </p:spPr>
        <p:txBody>
          <a:bodyPr>
            <a:norm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lang="ru-RU" sz="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</a:t>
            </a:r>
            <a:r>
              <a:rPr lang="en-US" sz="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AX </a:t>
            </a:r>
            <a:r>
              <a:rPr lang="ru-RU" sz="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уведомления — </a:t>
            </a:r>
            <a:br>
              <a:rPr lang="ru-RU" sz="5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ru-RU" sz="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Система автоматических </a:t>
            </a:r>
            <a:br>
              <a:rPr lang="ru-RU" sz="5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ru-RU" sz="5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уведомлений для команд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74283A-8113-4416-A35C-C3F9BF1CD385}"/>
              </a:ext>
            </a:extLst>
          </p:cNvPr>
          <p:cNvSpPr txBox="1"/>
          <p:nvPr/>
        </p:nvSpPr>
        <p:spPr>
          <a:xfrm>
            <a:off x="2193448" y="3559553"/>
            <a:ext cx="7366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5F5F5"/>
                </a:solidFill>
              </a:defRPr>
            </a:pPr>
            <a:r>
              <a:rPr sz="2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Автоматизация</a:t>
            </a:r>
            <a:r>
              <a:rPr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напоминаний</a:t>
            </a:r>
            <a:r>
              <a:rPr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в </a:t>
            </a:r>
            <a:r>
              <a:rPr sz="2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мессенджере</a:t>
            </a:r>
            <a:r>
              <a:rPr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MAX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B52E6A-9BA3-4AA0-8393-E4A5D1912766}"/>
              </a:ext>
            </a:extLst>
          </p:cNvPr>
          <p:cNvSpPr txBox="1"/>
          <p:nvPr/>
        </p:nvSpPr>
        <p:spPr>
          <a:xfrm>
            <a:off x="2389424" y="4373024"/>
            <a:ext cx="7413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6E6E6"/>
                </a:solidFill>
              </a:defRPr>
            </a:pPr>
            <a:r>
              <a:rPr lang="ru-RU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Команда 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BB Team</a:t>
            </a:r>
            <a:r>
              <a:rPr lang="ru-RU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Кирилл Лесовой, Иван Дядечков, Даниил Карпенко</a:t>
            </a:r>
          </a:p>
        </p:txBody>
      </p:sp>
    </p:spTree>
    <p:extLst>
      <p:ext uri="{BB962C8B-B14F-4D97-AF65-F5344CB8AC3E}">
        <p14:creationId xmlns:p14="http://schemas.microsoft.com/office/powerpoint/2010/main" val="1912843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C7393C-21CA-4059-8E84-4D07EA65869F}"/>
              </a:ext>
            </a:extLst>
          </p:cNvPr>
          <p:cNvSpPr txBox="1"/>
          <p:nvPr/>
        </p:nvSpPr>
        <p:spPr>
          <a:xfrm>
            <a:off x="640080" y="457200"/>
            <a:ext cx="3883114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5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Проф</a:t>
            </a:r>
            <a:r>
              <a:rPr lang="ru-RU" sz="3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и</a:t>
            </a:r>
            <a:r>
              <a:rPr sz="3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л</a:t>
            </a:r>
            <a:r>
              <a:rPr lang="ru-RU" sz="3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ь</a:t>
            </a:r>
            <a:r>
              <a:rPr sz="3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35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команды</a:t>
            </a:r>
            <a:endParaRPr sz="3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9EC1D3-688B-4C13-92CA-071D3B6F57DC}"/>
              </a:ext>
            </a:extLst>
          </p:cNvPr>
          <p:cNvSpPr txBox="1"/>
          <p:nvPr/>
        </p:nvSpPr>
        <p:spPr>
          <a:xfrm>
            <a:off x="640080" y="1463040"/>
            <a:ext cx="100584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ru-RU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Кирилл Лесовой</a:t>
            </a:r>
            <a:br>
              <a:rPr lang="ru-RU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ru-RU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Разработчик бота и фреймворка для ботов</a:t>
            </a:r>
            <a:endParaRPr lang="en-US" sz="2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lang="ru-RU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 lang="en-US" sz="2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ru-RU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Иван </a:t>
            </a:r>
            <a:r>
              <a:rPr lang="ru-RU"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Дядечков</a:t>
            </a:r>
            <a:br>
              <a:rPr lang="ru-RU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ru-RU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Капитан</a:t>
            </a:r>
            <a:r>
              <a:rPr lang="en-US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ru-RU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бэкенд</a:t>
            </a:r>
            <a:r>
              <a:rPr lang="en-US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ru-RU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разработчик</a:t>
            </a:r>
            <a:br>
              <a:rPr lang="en-US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ru-RU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Даниил Карпенко</a:t>
            </a:r>
            <a:br>
              <a:rPr lang="ru-RU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ru-RU"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Фронтенд</a:t>
            </a:r>
            <a:r>
              <a:rPr lang="en-US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ru-RU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разработчик</a:t>
            </a:r>
            <a:endParaRPr sz="2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3287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8F0422-A0BC-4D67-9D0A-F3E5FFD4529E}"/>
              </a:ext>
            </a:extLst>
          </p:cNvPr>
          <p:cNvSpPr txBox="1"/>
          <p:nvPr/>
        </p:nvSpPr>
        <p:spPr>
          <a:xfrm>
            <a:off x="640080" y="457200"/>
            <a:ext cx="3791359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ru-RU" sz="3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Целевая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аудитория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8B2073-AB48-4D08-84AC-7B61252261F1}"/>
              </a:ext>
            </a:extLst>
          </p:cNvPr>
          <p:cNvSpPr txBox="1"/>
          <p:nvPr/>
        </p:nvSpPr>
        <p:spPr>
          <a:xfrm>
            <a:off x="640080" y="1463040"/>
            <a:ext cx="10058400" cy="2520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ru-RU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Руководители государственных департаментов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ru-RU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Руководители отделов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ru-RU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Администраторы и тимлиды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ru-RU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Сотрудники и волонтёры</a:t>
            </a:r>
          </a:p>
        </p:txBody>
      </p:sp>
      <p:pic>
        <p:nvPicPr>
          <p:cNvPr id="1026" name="Picture 2" descr="Целевая аудитория картинки для презентации - 57 фото">
            <a:extLst>
              <a:ext uri="{FF2B5EF4-FFF2-40B4-BE49-F238E27FC236}">
                <a16:creationId xmlns:a16="http://schemas.microsoft.com/office/drawing/2014/main" id="{08DF8549-1932-DABC-C293-B701AAECD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1562" y="2340203"/>
            <a:ext cx="4135734" cy="4135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8483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F15F66-2A4D-4EF5-B284-3C73F4EE7178}"/>
              </a:ext>
            </a:extLst>
          </p:cNvPr>
          <p:cNvSpPr txBox="1"/>
          <p:nvPr/>
        </p:nvSpPr>
        <p:spPr>
          <a:xfrm>
            <a:off x="640080" y="457200"/>
            <a:ext cx="2180662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5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Проблема</a:t>
            </a:r>
            <a:endParaRPr sz="3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273D46-F83A-47F7-B1ED-BBBBB3223811}"/>
              </a:ext>
            </a:extLst>
          </p:cNvPr>
          <p:cNvSpPr txBox="1"/>
          <p:nvPr/>
        </p:nvSpPr>
        <p:spPr>
          <a:xfrm>
            <a:off x="640080" y="1463040"/>
            <a:ext cx="10058400" cy="3144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Ручные</a:t>
            </a:r>
            <a:r>
              <a:rPr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напоминания</a:t>
            </a:r>
            <a:r>
              <a:rPr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теряются</a:t>
            </a:r>
            <a:r>
              <a:rPr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или</a:t>
            </a:r>
            <a:r>
              <a:rPr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отправляются</a:t>
            </a:r>
            <a:r>
              <a:rPr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не</a:t>
            </a:r>
            <a:r>
              <a:rPr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тем</a:t>
            </a:r>
            <a:r>
              <a:rPr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людям</a:t>
            </a:r>
            <a:endParaRPr sz="2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Напоминания</a:t>
            </a:r>
            <a:r>
              <a:rPr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приходят</a:t>
            </a:r>
            <a:r>
              <a:rPr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поздно</a:t>
            </a:r>
            <a:r>
              <a:rPr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или</a:t>
            </a:r>
            <a:r>
              <a:rPr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забываются</a:t>
            </a:r>
            <a:endParaRPr lang="ru-RU" sz="2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  <a:defRPr sz="2000">
                <a:solidFill>
                  <a:srgbClr val="FFFFFF"/>
                </a:solidFill>
              </a:defRPr>
            </a:pPr>
            <a:endParaRPr lang="ru-RU" sz="2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Решение</a:t>
            </a:r>
            <a:r>
              <a:rPr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  <a:r>
              <a:rPr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автоматические</a:t>
            </a:r>
            <a:r>
              <a:rPr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рассылки</a:t>
            </a:r>
            <a:r>
              <a:rPr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по</a:t>
            </a:r>
            <a:r>
              <a:rPr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ru-RU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группам</a:t>
            </a:r>
            <a:r>
              <a:rPr lang="en-US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тегам</a:t>
            </a:r>
            <a:r>
              <a:rPr lang="en-US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участникам</a:t>
            </a:r>
            <a:endParaRPr sz="2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" name="Picture 4" descr="Picture background">
            <a:extLst>
              <a:ext uri="{FF2B5EF4-FFF2-40B4-BE49-F238E27FC236}">
                <a16:creationId xmlns:a16="http://schemas.microsoft.com/office/drawing/2014/main" id="{D79D6627-4FF3-4DE3-B827-BE8396187B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734" y="3997763"/>
            <a:ext cx="3739415" cy="2492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2830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5E1BB9-A30A-4917-91A5-111448810E1E}"/>
              </a:ext>
            </a:extLst>
          </p:cNvPr>
          <p:cNvSpPr txBox="1"/>
          <p:nvPr/>
        </p:nvSpPr>
        <p:spPr>
          <a:xfrm>
            <a:off x="640080" y="457200"/>
            <a:ext cx="4809522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5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Технические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требования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F88D63-3D0C-4C8A-A074-371BF30404DC}"/>
              </a:ext>
            </a:extLst>
          </p:cNvPr>
          <p:cNvSpPr txBox="1"/>
          <p:nvPr/>
        </p:nvSpPr>
        <p:spPr>
          <a:xfrm>
            <a:off x="640080" y="1463040"/>
            <a:ext cx="10342768" cy="2520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Интеграция</a:t>
            </a:r>
            <a:r>
              <a:rPr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с</a:t>
            </a:r>
            <a:r>
              <a:rPr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MAX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Управление</a:t>
            </a:r>
            <a:r>
              <a:rPr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ролями</a:t>
            </a:r>
            <a:r>
              <a:rPr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тегами</a:t>
            </a:r>
            <a:r>
              <a:rPr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группами</a:t>
            </a:r>
            <a:r>
              <a:rPr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и</a:t>
            </a:r>
            <a:r>
              <a:rPr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событиями</a:t>
            </a:r>
            <a:endParaRPr sz="2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ru-RU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Н</a:t>
            </a:r>
            <a:r>
              <a:rPr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апоминания</a:t>
            </a:r>
            <a:r>
              <a:rPr lang="ru-RU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о событиях</a:t>
            </a:r>
            <a:endParaRPr sz="2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ru-RU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И </a:t>
            </a:r>
            <a:r>
              <a:rPr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WebApp</a:t>
            </a:r>
            <a:r>
              <a:rPr lang="ru-RU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и бот</a:t>
            </a:r>
            <a:endParaRPr sz="2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15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1650ED-0156-4E68-9A08-06DA279D88F5}"/>
              </a:ext>
            </a:extLst>
          </p:cNvPr>
          <p:cNvSpPr txBox="1"/>
          <p:nvPr/>
        </p:nvSpPr>
        <p:spPr>
          <a:xfrm>
            <a:off x="640080" y="337672"/>
            <a:ext cx="6673558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sz="35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Архитектура</a:t>
            </a:r>
            <a:r>
              <a:rPr sz="3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35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и</a:t>
            </a:r>
            <a:r>
              <a:rPr sz="3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35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масштабирование</a:t>
            </a:r>
            <a:endParaRPr sz="3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9DC592-D411-4E97-BC16-865888FA5354}"/>
              </a:ext>
            </a:extLst>
          </p:cNvPr>
          <p:cNvSpPr txBox="1"/>
          <p:nvPr/>
        </p:nvSpPr>
        <p:spPr>
          <a:xfrm>
            <a:off x="543322" y="968614"/>
            <a:ext cx="7318215" cy="2341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sz="2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MAX Messenger ↔ t123_hakaton_bot ↔ Backend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sz="2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Scheduler (</a:t>
            </a:r>
            <a:r>
              <a:rPr sz="25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TaskIq</a:t>
            </a:r>
            <a:r>
              <a:rPr sz="2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 </a:t>
            </a:r>
            <a:r>
              <a:rPr lang="ru-RU" sz="2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отправляет уведомления</a:t>
            </a:r>
            <a:endParaRPr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sz="2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Postgres </a:t>
            </a:r>
            <a:r>
              <a:rPr lang="ru-RU" sz="2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—</a:t>
            </a:r>
            <a:r>
              <a:rPr sz="2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5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основная</a:t>
            </a:r>
            <a:r>
              <a:rPr sz="2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БД</a:t>
            </a:r>
            <a:endParaRPr lang="ru-RU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sz="2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Redis — </a:t>
            </a:r>
            <a:r>
              <a:rPr sz="25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кэш</a:t>
            </a:r>
            <a:r>
              <a:rPr sz="2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и </a:t>
            </a:r>
            <a:r>
              <a:rPr sz="25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состояния</a:t>
            </a:r>
            <a:r>
              <a:rPr sz="2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25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диалогов</a:t>
            </a:r>
            <a:endParaRPr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" name="Рисунок 9">
            <a:extLst>
              <a:ext uri="{FF2B5EF4-FFF2-40B4-BE49-F238E27FC236}">
                <a16:creationId xmlns:a16="http://schemas.microsoft.com/office/drawing/2014/main" id="{827550AB-B7D2-42C6-BF2D-1E1D6B88A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499" y="3309639"/>
            <a:ext cx="4907908" cy="33866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EB4E42-363D-46DC-BFF7-466812673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1537" y="872836"/>
            <a:ext cx="4280088" cy="511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332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9F98F59-8F84-4630-AFF7-1E50723E2071}"/>
              </a:ext>
            </a:extLst>
          </p:cNvPr>
          <p:cNvSpPr txBox="1"/>
          <p:nvPr/>
        </p:nvSpPr>
        <p:spPr>
          <a:xfrm>
            <a:off x="577517" y="1644715"/>
            <a:ext cx="10797218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en-US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“MAX </a:t>
            </a:r>
            <a:r>
              <a:rPr lang="ru-RU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Уведомления</a:t>
            </a:r>
            <a:r>
              <a:rPr lang="en-US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”</a:t>
            </a:r>
            <a:r>
              <a:rPr lang="ru-RU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уменьшает ручную нагрузку и повышает дисциплину команды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lang="en-US" sz="2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ru-RU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MVP за полторы недели: группы, роли, тэги, события, напоминания, подтверждения, выгрузка </a:t>
            </a:r>
            <a:r>
              <a:rPr lang="en-US" sz="27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ics</a:t>
            </a:r>
            <a:r>
              <a:rPr lang="en-US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ru-RU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календарей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lang="en-US" sz="2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ru-RU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Дальше: сбор метрик, больше интеграций, платные подписки =)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02CA32-C0F9-4762-A1A3-F6DBACAE664C}"/>
              </a:ext>
            </a:extLst>
          </p:cNvPr>
          <p:cNvSpPr txBox="1"/>
          <p:nvPr/>
        </p:nvSpPr>
        <p:spPr>
          <a:xfrm>
            <a:off x="577517" y="605970"/>
            <a:ext cx="6096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ru-RU" sz="3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Итоги и следующие шаги</a:t>
            </a:r>
          </a:p>
        </p:txBody>
      </p:sp>
    </p:spTree>
    <p:extLst>
      <p:ext uri="{BB962C8B-B14F-4D97-AF65-F5344CB8AC3E}">
        <p14:creationId xmlns:p14="http://schemas.microsoft.com/office/powerpoint/2010/main" val="1078035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15CB7-5A61-418B-8A7A-6A85122D0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ru-RU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(Body)"/>
              </a:rPr>
              <a:t>Исследования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28290-20DB-4B8F-8605-A12EA101F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Во время решения кейса мы опросили множестов своих одногруппником и коллег</a:t>
            </a:r>
            <a:r>
              <a:rPr lang="en-US" dirty="0"/>
              <a:t>. </a:t>
            </a:r>
            <a:r>
              <a:rPr lang="ru-RU" dirty="0"/>
              <a:t>Большинство людей жалуется на спам в разных местах</a:t>
            </a:r>
            <a:r>
              <a:rPr lang="en-US" dirty="0"/>
              <a:t>, </a:t>
            </a:r>
            <a:r>
              <a:rPr lang="ru-RU" dirty="0"/>
              <a:t>жалуются на отсутсвие нормальных уведомлений</a:t>
            </a:r>
            <a:r>
              <a:rPr lang="en-US" dirty="0"/>
              <a:t>. </a:t>
            </a:r>
            <a:r>
              <a:rPr lang="ru-RU" dirty="0"/>
              <a:t>По нашей выборки многие опрошенных выразили большую заинтересованность в нашем сервисе</a:t>
            </a:r>
            <a:r>
              <a:rPr lang="en-US" dirty="0"/>
              <a:t>. </a:t>
            </a:r>
            <a:r>
              <a:rPr lang="ru-RU" dirty="0"/>
              <a:t>Другим идея пказалось интересной</a:t>
            </a:r>
            <a:r>
              <a:rPr lang="en-US" dirty="0"/>
              <a:t>, </a:t>
            </a:r>
            <a:r>
              <a:rPr lang="ru-RU" dirty="0"/>
              <a:t>но без использования сервиса не могут дать конечный отет</a:t>
            </a:r>
            <a:r>
              <a:rPr lang="en-US" dirty="0"/>
              <a:t>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4997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246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(Body)</vt:lpstr>
      <vt:lpstr>Calibri Light</vt:lpstr>
      <vt:lpstr>Office Theme</vt:lpstr>
      <vt:lpstr>MAX уведомления —  Система автоматических  уведомлений для команд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Исследования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MaxAlert — Система автоматических  уведомлений для команд</dc:title>
  <dc:creator>Иван Дядечков</dc:creator>
  <cp:lastModifiedBy>Иван Дядечков</cp:lastModifiedBy>
  <cp:revision>6</cp:revision>
  <dcterms:created xsi:type="dcterms:W3CDTF">2025-11-15T00:43:09Z</dcterms:created>
  <dcterms:modified xsi:type="dcterms:W3CDTF">2025-11-15T01:30:29Z</dcterms:modified>
</cp:coreProperties>
</file>